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edine Ait Bella" userId="3a6f388a-9e95-43d7-8cf4-211346b06bd7" providerId="ADAL" clId="{E26497A0-4A9E-41AD-81C2-080E3285886B}"/>
    <pc:docChg chg="custSel delSld modSld sldOrd">
      <pc:chgData name="Alaedine Ait Bella" userId="3a6f388a-9e95-43d7-8cf4-211346b06bd7" providerId="ADAL" clId="{E26497A0-4A9E-41AD-81C2-080E3285886B}" dt="2026-04-09T18:10:31.964" v="4" actId="478"/>
      <pc:docMkLst>
        <pc:docMk/>
      </pc:docMkLst>
      <pc:sldChg chg="delSp mod">
        <pc:chgData name="Alaedine Ait Bella" userId="3a6f388a-9e95-43d7-8cf4-211346b06bd7" providerId="ADAL" clId="{E26497A0-4A9E-41AD-81C2-080E3285886B}" dt="2026-04-09T18:10:31.964" v="4" actId="478"/>
        <pc:sldMkLst>
          <pc:docMk/>
          <pc:sldMk cId="0" sldId="286"/>
        </pc:sldMkLst>
        <pc:spChg chg="del">
          <ac:chgData name="Alaedine Ait Bella" userId="3a6f388a-9e95-43d7-8cf4-211346b06bd7" providerId="ADAL" clId="{E26497A0-4A9E-41AD-81C2-080E3285886B}" dt="2026-04-09T18:10:31.964" v="4" actId="478"/>
          <ac:spMkLst>
            <pc:docMk/>
            <pc:sldMk cId="0" sldId="286"/>
            <ac:spMk id="3" creationId="{00000000-0000-0000-0000-000000000000}"/>
          </ac:spMkLst>
        </pc:spChg>
      </pc:sldChg>
      <pc:sldChg chg="delSp mod">
        <pc:chgData name="Alaedine Ait Bella" userId="3a6f388a-9e95-43d7-8cf4-211346b06bd7" providerId="ADAL" clId="{E26497A0-4A9E-41AD-81C2-080E3285886B}" dt="2026-04-09T18:10:21.758" v="3" actId="478"/>
        <pc:sldMkLst>
          <pc:docMk/>
          <pc:sldMk cId="0" sldId="287"/>
        </pc:sldMkLst>
        <pc:spChg chg="del">
          <ac:chgData name="Alaedine Ait Bella" userId="3a6f388a-9e95-43d7-8cf4-211346b06bd7" providerId="ADAL" clId="{E26497A0-4A9E-41AD-81C2-080E3285886B}" dt="2026-04-09T18:10:21.758" v="3" actId="478"/>
          <ac:spMkLst>
            <pc:docMk/>
            <pc:sldMk cId="0" sldId="287"/>
            <ac:spMk id="3" creationId="{00000000-0000-0000-0000-000000000000}"/>
          </ac:spMkLst>
        </pc:spChg>
      </pc:sldChg>
      <pc:sldChg chg="del ord">
        <pc:chgData name="Alaedine Ait Bella" userId="3a6f388a-9e95-43d7-8cf4-211346b06bd7" providerId="ADAL" clId="{E26497A0-4A9E-41AD-81C2-080E3285886B}" dt="2026-04-09T18:10:14.743" v="2" actId="47"/>
        <pc:sldMkLst>
          <pc:docMk/>
          <pc:sldMk cId="0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Alaedine Ait Bella</cp:lastModifiedBy>
  <cp:revision>1</cp:revision>
  <dcterms:created xsi:type="dcterms:W3CDTF">2006-08-16T00:00:00Z</dcterms:created>
  <dcterms:modified xsi:type="dcterms:W3CDTF">2026-04-09T18:10:39Z</dcterms:modified>
</cp:coreProperties>
</file>